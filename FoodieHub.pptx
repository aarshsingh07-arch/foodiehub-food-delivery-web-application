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FoodieHub is a front-end food ordering app: browse, search, cart, checkout and a simulated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7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FoodieHub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food delivery web application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914400" cy="64008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project  |  HTML5, CSS3, JavaScript (ES6), Local Storage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FoodieHub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 and menus in one place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dishes by name, category and price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cart and see totals update instantly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with validated delivery details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simulated order with a clear summary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52160" y="1371600"/>
            <a:ext cx="2743200" cy="2926080"/>
          </a:xfrm>
          <a:prstGeom prst="roundRect">
            <a:avLst>
              <a:gd name="adj" fmla="val 3333"/>
            </a:avLst>
          </a:prstGeom>
          <a:solidFill>
            <a:srgbClr val="14231B"/>
          </a:solidFill>
          <a:ln w="12700">
            <a:solidFill>
              <a:srgbClr val="1423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6002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B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payments, authentication, live tracking and a backend database. Data is static and stored in the browser.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53288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64008" cy="100584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with cuisine, rating, delivery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4408" y="1371600"/>
            <a:ext cx="253288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4408" y="1554480"/>
            <a:ext cx="64008" cy="100584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54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965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by category with price and rating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0176" y="1371600"/>
            <a:ext cx="253288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0176" y="1554480"/>
            <a:ext cx="64008" cy="100584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1554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and filter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1965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name, category and price range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53288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08960"/>
            <a:ext cx="64008" cy="100584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cart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change quantity, remove, live total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64408" y="2926080"/>
            <a:ext cx="253288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3108960"/>
            <a:ext cx="64008" cy="100584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93008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and payment choice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0176" y="2926080"/>
            <a:ext cx="253288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0176" y="3108960"/>
            <a:ext cx="64008" cy="1005840"/>
          </a:xfrm>
          <a:prstGeom prst="rect">
            <a:avLst/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8776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Storage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survives a page refresh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04288" y="1988820"/>
            <a:ext cx="329184" cy="0"/>
          </a:xfrm>
          <a:prstGeom prst="line">
            <a:avLst/>
          </a:prstGeom>
          <a:noFill/>
          <a:ln w="19050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155448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988820"/>
            <a:ext cx="329184" cy="0"/>
          </a:xfrm>
          <a:prstGeom prst="line">
            <a:avLst/>
          </a:prstGeom>
          <a:noFill/>
          <a:ln w="19050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menu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10528" y="1988820"/>
            <a:ext cx="329184" cy="0"/>
          </a:xfrm>
          <a:prstGeom prst="line">
            <a:avLst/>
          </a:prstGeom>
          <a:noFill/>
          <a:ln w="19050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0" y="155448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55448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04288" y="3451860"/>
            <a:ext cx="329184" cy="0"/>
          </a:xfrm>
          <a:prstGeom prst="line">
            <a:avLst/>
          </a:prstGeom>
          <a:noFill/>
          <a:ln w="19050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760" y="30175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07408" y="3451860"/>
            <a:ext cx="329184" cy="0"/>
          </a:xfrm>
          <a:prstGeom prst="line">
            <a:avLst/>
          </a:prstGeom>
          <a:noFill/>
          <a:ln w="19050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54880" y="30175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details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10528" y="3451860"/>
            <a:ext cx="329184" cy="0"/>
          </a:xfrm>
          <a:prstGeom prst="line">
            <a:avLst/>
          </a:prstGeom>
          <a:noFill/>
          <a:ln w="19050">
            <a:solidFill>
              <a:srgbClr val="1E7A4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0175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E7A4C"/>
          </a:solidFill>
          <a:ln w="15875">
            <a:solidFill>
              <a:srgbClr val="1E7A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017520"/>
            <a:ext cx="17373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required checkout field is missing or invalid, the user returns to the form before the order is placed.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and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end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68880" cy="0"/>
          </a:xfrm>
          <a:prstGeom prst="line">
            <a:avLst/>
          </a:prstGeom>
          <a:noFill/>
          <a:ln w="25400">
            <a:solidFill>
              <a:srgbClr val="F2B2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for structure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for responsive layout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 for DOM logic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468880" cy="0"/>
          </a:xfrm>
          <a:prstGeom prst="line">
            <a:avLst/>
          </a:prstGeom>
          <a:noFill/>
          <a:ln w="25400">
            <a:solidFill>
              <a:srgbClr val="F2B2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9202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food, cart and order objects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dummy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for cart and orders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468880" cy="0"/>
          </a:xfrm>
          <a:prstGeom prst="line">
            <a:avLst/>
          </a:prstGeom>
          <a:noFill/>
          <a:ln w="25400">
            <a:solidFill>
              <a:srgbClr val="F2B2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9202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Chrome, Edge, Firefox, Safari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tablet and desktop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validated, no real card data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and acceptance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specified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71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7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requirements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71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when: </a:t>
            </a:r>
            <a:pPr indent="0" marL="0">
              <a:buNone/>
            </a:pPr>
            <a:r>
              <a:rPr lang="en-US" sz="16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load, search and filters work, cart quantities and totals are correct, checkout validates input, confirmation appears, and the layout is responsive.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F2B223"/>
          </a:solidFill>
          <a:ln w="12700">
            <a:solidFill>
              <a:srgbClr val="F2B2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and order history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database (MongoDB or MySQL)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 and GPS-based search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Coupons, reviews and recommendations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E7A4C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1600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version of FoodieHub is published and ready to try.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FoodieHub</dc:title>
  <dc:subject>PptxGenJS Presentation</dc:subject>
  <dc:creator>PptxGenJS</dc:creator>
  <cp:lastModifiedBy>PptxGenJS</cp:lastModifiedBy>
  <cp:revision>1</cp:revision>
  <dcterms:created xsi:type="dcterms:W3CDTF">2026-10-09T09:23:34Z</dcterms:created>
  <dcterms:modified xsi:type="dcterms:W3CDTF">2026-10-09T09:23:34Z</dcterms:modified>
</cp:coreProperties>
</file>